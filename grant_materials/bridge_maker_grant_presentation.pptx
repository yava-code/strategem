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Indie usability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Manual QA</c:v>
                </c:pt>
                <c:pt idx="1">
                  <c:v>PDDL workflow</c:v>
                </c:pt>
                <c:pt idx="2">
                  <c:v>Black-box bot</c:v>
                </c:pt>
                <c:pt idx="3">
                  <c:v>Bridge-Maker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Automation depth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Manual QA</c:v>
                </c:pt>
                <c:pt idx="1">
                  <c:v>PDDL workflow</c:v>
                </c:pt>
                <c:pt idx="2">
                  <c:v>Black-box bot</c:v>
                </c:pt>
                <c:pt idx="3">
                  <c:v>Bridge-Maker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DF3FF"/>
                </a:solidFill>
                <a:latin typeface="Aptos"/>
              </a:rPr>
              <a:t>The Bridge-Maker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A2B4D7"/>
                </a:solidFill>
                <a:latin typeface="Aptos"/>
              </a:rPr>
              <a:t>Contract-first automated QA for indie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1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EDF3FF"/>
                </a:solidFill>
                <a:latin typeface="Aptos"/>
              </a:rPr>
              <a:t>Annotate gameplay semantics -&gt; generate a testable contract -&gt; run agents -&gt; receive bug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749808"/>
            <a:ext cx="3063240" cy="109728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2752" y="896112"/>
            <a:ext cx="2734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MVP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2752" y="1188719"/>
            <a:ext cx="273405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bug found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57400"/>
            <a:ext cx="3063240" cy="109728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203704"/>
            <a:ext cx="2734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NO CE/GHIDRA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496312"/>
            <a:ext cx="273405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364992"/>
            <a:ext cx="3063240" cy="109728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3511296"/>
            <a:ext cx="2734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803904"/>
            <a:ext cx="273405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report.html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26364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2B4D7"/>
                </a:solidFill>
                <a:latin typeface="Aptos"/>
              </a:rPr>
              <a:t>Grant demo deck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The hard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Black-box game understanding is useful research, but a bad default onboarding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11480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9047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DF3FF"/>
                </a:solidFill>
                <a:latin typeface="Aptos"/>
              </a:rPr>
              <a:t>CE/Ghidra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2B4D7"/>
                </a:solidFill>
                <a:latin typeface="Aptos"/>
              </a:rPr>
              <a:t>Powerful, but too manual and fragile for ordinary indie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411480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32888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5059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DF3FF"/>
                </a:solidFill>
                <a:latin typeface="Aptos"/>
              </a:rPr>
              <a:t>Pointer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7063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2B4D7"/>
                </a:solidFill>
                <a:latin typeface="Aptos"/>
              </a:rPr>
              <a:t>ASLR, stale addresses, GUI state, and process permissions create demo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411480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1071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DF3FF"/>
                </a:solidFill>
                <a:latin typeface="Aptos"/>
              </a:rPr>
              <a:t>Action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3075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2B4D7"/>
                </a:solidFill>
                <a:latin typeface="Aptos"/>
              </a:rPr>
              <a:t>A bot pressing keys without semantics is not QA; it is noise.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41148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53128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7083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DF3FF"/>
                </a:solidFill>
                <a:latin typeface="Aptos"/>
              </a:rPr>
              <a:t>Better promise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9087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2B4D7"/>
                </a:solidFill>
                <a:latin typeface="Aptos"/>
              </a:rPr>
              <a:t>Let the developer expose a tiny contract; automate everything after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Product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A tiny semantic contract replaces PDDL and reverse-engineering ceremony.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0C1426"/>
          </a:solidFill>
          <a:ln>
            <a:solidFill>
              <a:srgbClr val="405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5029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DAE7FF"/>
                </a:solidFill>
                <a:latin typeface="Aptos"/>
              </a:rPr>
              <a:t>from bridge_maker import bm
@bm.hp(bounds=(0, 10))
def hp(): return game.hp
@bm.position(x="x", y="y", bounds=(0, 9))
def position(): return game.x, game.y
@bm.move("right", key="d")
def move_right(): game.move_right()
@bm.oracle("out_of_bounds")
def out_of_bounds(s): return s.x &lt; 0 or s.x &gt;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08760"/>
            <a:ext cx="4160520" cy="6858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655063"/>
            <a:ext cx="38313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NO PDDL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947672"/>
            <a:ext cx="3831335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441448"/>
            <a:ext cx="4160520" cy="6858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2587752"/>
            <a:ext cx="38313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NO CE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880360"/>
            <a:ext cx="3831335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374136"/>
            <a:ext cx="4160520" cy="6858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20440"/>
            <a:ext cx="38313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NO RLLIB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813048"/>
            <a:ext cx="3831335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306824"/>
            <a:ext cx="4160520" cy="6858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4453128"/>
            <a:ext cx="38313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REVIEWABLE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4745736"/>
            <a:ext cx="3831335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Agents amplify the contract; they do not invent hidden game semantics.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69164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1362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Decorators / Adapter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69164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975104"/>
            <a:ext cx="1362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Registry + Trace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828800"/>
            <a:ext cx="169164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975104"/>
            <a:ext cx="1362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Contract Compiler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69164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975104"/>
            <a:ext cx="1362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Gym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169164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1975104"/>
            <a:ext cx="1362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QA Report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2331720"/>
            <a:ext cx="50292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331720"/>
            <a:ext cx="41148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2331720"/>
            <a:ext cx="41148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78240" y="2331720"/>
            <a:ext cx="36576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379476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A2B4D7"/>
                </a:solidFill>
                <a:latin typeface="Aptos"/>
              </a:rPr>
              <a:t>Optional assist layer: CE MCP / Ghidra MCP / VLM can suggest or verify fields later.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EDF3FF"/>
                </a:solidFill>
                <a:latin typeface="Aptos"/>
              </a:rPr>
              <a:t>Core rule: game-specific details live in annotations, adapters, or generated maps - not in the training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Proof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The MVP ran against an annotated roguelike with an intentional movement bug.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6459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STATE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13167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17320"/>
            <a:ext cx="16459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563624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856232"/>
            <a:ext cx="13167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16459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563624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ORACLES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856232"/>
            <a:ext cx="13167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16459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63624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TRACE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56232"/>
            <a:ext cx="13167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16459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63624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BUG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856232"/>
            <a:ext cx="13167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417320"/>
            <a:ext cx="1417320" cy="100584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2992" y="1563624"/>
            <a:ext cx="10881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2992" y="1856232"/>
            <a:ext cx="1088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bug_found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889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2B4D7"/>
                </a:solidFill>
                <a:latin typeface="Aptos"/>
              </a:rPr>
              <a:t>Command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F3FF"/>
                </a:solidFill>
                <a:latin typeface="Aptos"/>
              </a:rPr>
              <a:t>python -m bridge_maker demo --out runs/grant_demo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1363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2B4D7"/>
                </a:solidFill>
                <a:latin typeface="Aptos"/>
              </a:rPr>
              <a:t>First 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519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5B80"/>
                </a:solidFill>
                <a:latin typeface="Aptos"/>
              </a:rPr>
              <a:t>out_of_bounds after move_right: x=10.0, valid max=9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Trace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A short stress burst crosses the right boundary and triggers the oracle.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41148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x=8.0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331720"/>
            <a:ext cx="41148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79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x=9.0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39" y="3200400"/>
            <a:ext cx="32004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2331720"/>
            <a:ext cx="411480" cy="329184"/>
          </a:xfrm>
          <a:prstGeom prst="roundRect">
            <a:avLst/>
          </a:prstGeom>
          <a:solidFill>
            <a:srgbClr val="FF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x=10.0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9000" y="3200400"/>
            <a:ext cx="320040" cy="0"/>
          </a:xfrm>
          <a:prstGeom prst="line">
            <a:avLst/>
          </a:prstGeom>
          <a:ln w="25400">
            <a:solidFill>
              <a:srgbClr val="FF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49240" y="2331720"/>
            <a:ext cx="411480" cy="329184"/>
          </a:xfrm>
          <a:prstGeom prst="roundRect">
            <a:avLst/>
          </a:prstGeom>
          <a:solidFill>
            <a:srgbClr val="FF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239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x=11.0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59" y="3200400"/>
            <a:ext cx="320041" cy="0"/>
          </a:xfrm>
          <a:prstGeom prst="line">
            <a:avLst/>
          </a:prstGeom>
          <a:ln w="25400">
            <a:solidFill>
              <a:srgbClr val="FF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0" y="2331720"/>
            <a:ext cx="411480" cy="329184"/>
          </a:xfrm>
          <a:prstGeom prst="roundRect">
            <a:avLst/>
          </a:prstGeom>
          <a:solidFill>
            <a:srgbClr val="FF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MOVE_LEFT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x=10.0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46520" y="3200400"/>
            <a:ext cx="320040" cy="0"/>
          </a:xfrm>
          <a:prstGeom prst="line">
            <a:avLst/>
          </a:prstGeom>
          <a:ln w="25400">
            <a:solidFill>
              <a:srgbClr val="FF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66760" y="2331720"/>
            <a:ext cx="41148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MOVE_LEFT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x=9.0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55280" y="3200400"/>
            <a:ext cx="32004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875519" y="2331720"/>
            <a:ext cx="41148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19" y="2395727"/>
            <a:ext cx="4114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2743200"/>
            <a:ext cx="1188720" cy="91440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48672" y="2889504"/>
            <a:ext cx="859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MOVE_LEFT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3182112"/>
            <a:ext cx="85953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x=8.0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64040" y="3200400"/>
            <a:ext cx="320040" cy="0"/>
          </a:xfrm>
          <a:prstGeom prst="line">
            <a:avLst/>
          </a:prstGeom>
          <a:ln w="25400">
            <a:solidFill>
              <a:srgbClr val="62E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F3FF"/>
                </a:solidFill>
                <a:latin typeface="Aptos"/>
              </a:rPr>
              <a:t>Oracle hit frames: 2, 3, 4. The report stores state snapshots and action names for replay/debug.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What is real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This is a small MVP, but the core loop is already executable.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Decorator SDK: @bm.hp, @bm.position, @bm.action, @bm.oracle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39112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Adapter loader: Python file -&gt; runtime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60904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60904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Contract export: state_map/action_map/oracle_map/trace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3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82696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SDK Gymnasium env: reset/step over annotated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04488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68496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4488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Report generation: JSON + HTML with oracle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685800" cy="329184"/>
          </a:xfrm>
          <a:prstGeom prst="roundRect">
            <a:avLst/>
          </a:prstGeom>
          <a:solidFill>
            <a:srgbClr val="62E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68580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D17"/>
                </a:solidFill>
                <a:latin typeface="Aptos"/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26280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DF3FF"/>
                </a:solidFill>
                <a:latin typeface="Aptos"/>
              </a:rPr>
              <a:t>Noita WS adapter boundary: heartbeat + raw Lua round-trip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Roadmap to a fundable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The grant milestone should prove usefulness, not universal magic.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20240" cy="5943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1591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159105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2704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EDF3FF"/>
                </a:solidFill>
                <a:latin typeface="Aptos"/>
              </a:rPr>
              <a:t>Contract + report over toy/adapter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58568"/>
            <a:ext cx="1920240" cy="5943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1591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97480"/>
            <a:ext cx="159105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NoitaRL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68296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EDF3FF"/>
                </a:solidFill>
                <a:latin typeface="Aptos"/>
              </a:rPr>
              <a:t>Wire a real reverse-engineered adapter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9816"/>
            <a:ext cx="1920240" cy="5943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46120"/>
            <a:ext cx="1591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38728"/>
            <a:ext cx="159105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9544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EDF3FF"/>
                </a:solidFill>
                <a:latin typeface="Aptos"/>
              </a:rPr>
              <a:t>Suggest missing annotations from code + traces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41064"/>
            <a:ext cx="1920240" cy="5943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87368"/>
            <a:ext cx="1591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79976"/>
            <a:ext cx="159105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50792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EDF3FF"/>
                </a:solidFill>
                <a:latin typeface="Aptos"/>
              </a:rPr>
              <a:t>Connect contract envs to Ray/RLlib swarm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82312"/>
            <a:ext cx="1920240" cy="5943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928616"/>
            <a:ext cx="1591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GRANT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221224"/>
            <a:ext cx="1591056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Studio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892040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EDF3FF"/>
                </a:solidFill>
                <a:latin typeface="Aptos"/>
              </a:rPr>
              <a:t>One command: overnight run -&gt; shareable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Real external target inspected: noita-ws-api @ 47054b0. Adapter boundary tested with fake Noita heartbeat/replies; live adapter awaits game/mod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F3FF"/>
                </a:solidFill>
                <a:latin typeface="Aptos"/>
              </a:rPr>
              <a:t>Why this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2B4D7"/>
                </a:solidFill>
                <a:latin typeface="Aptos"/>
              </a:rPr>
              <a:t>A credible wedge between manual QA, heavy planning systems, and brittle black-box bots.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54480"/>
          <a:ext cx="6492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874519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A2B4D7"/>
                </a:solidFill>
                <a:latin typeface="Aptos"/>
              </a:rPr>
              <a:t>Positioning is qualitative for grant narrative; measured validation comes next with NoitaRL and user studies.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EDF3FF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EDF3FF"/>
                </a:solidFill>
                <a:latin typeface="Aptos"/>
              </a:rPr>
              <a:t>Fund the next milestone: real adapter validation, agent-assisted annotation mining, and a polished overnight QA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26080"/>
            <a:ext cx="2834640" cy="10515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072384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MILESTONE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364992"/>
            <a:ext cx="250545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2E6AC"/>
                </a:solidFill>
                <a:latin typeface="Aptos"/>
              </a:rPr>
              <a:t>NoitaRL adapter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926080"/>
            <a:ext cx="2834640" cy="10515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0791" y="3072384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MILESTONE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3364992"/>
            <a:ext cx="250545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BE5C"/>
                </a:solidFill>
                <a:latin typeface="Aptos"/>
              </a:rPr>
              <a:t>agent suggestions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926080"/>
            <a:ext cx="2834640" cy="1051560"/>
          </a:xfrm>
          <a:prstGeom prst="roundRect">
            <a:avLst/>
          </a:prstGeom>
          <a:solidFill>
            <a:srgbClr val="182239"/>
          </a:solidFill>
          <a:ln>
            <a:solidFill>
              <a:srgbClr val="354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3072384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2B4D7"/>
                </a:solidFill>
                <a:latin typeface="Aptos"/>
              </a:rPr>
              <a:t>MILESTONE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364992"/>
            <a:ext cx="250545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5B80"/>
                </a:solidFill>
                <a:latin typeface="Aptos"/>
              </a:rPr>
              <a:t>overnight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A2B4D7"/>
                </a:solidFill>
                <a:latin typeface="Aptos"/>
              </a:rPr>
              <a:t>Bridge-Maker already has the smallest honest loop working. The grant turns it into a product-grade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